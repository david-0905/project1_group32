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8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3475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979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4387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083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214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60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65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927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498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216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3320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833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4928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9440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1280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32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3DD29-1C23-4951-B0CA-AE37D484074F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1705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2E5408-B294-79FD-F34E-9D6D00F124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Project 1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AE3DAB-25C7-D8D8-845E-5E19482A7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43329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Lab Name</a:t>
            </a:r>
            <a:r>
              <a:rPr lang="zh-TW" altLang="en-US" dirty="0"/>
              <a:t>：</a:t>
            </a:r>
            <a:r>
              <a:rPr lang="en-US" altLang="zh-TW" dirty="0"/>
              <a:t>VCSDL</a:t>
            </a:r>
            <a:r>
              <a:rPr lang="zh-TW" altLang="en-US" dirty="0"/>
              <a:t> </a:t>
            </a:r>
            <a:r>
              <a:rPr lang="en-US" altLang="zh-TW" dirty="0"/>
              <a:t>(Video and Communication  System Design Lab)</a:t>
            </a:r>
          </a:p>
          <a:p>
            <a:r>
              <a:rPr lang="en-US" altLang="zh-TW" dirty="0"/>
              <a:t>Advisor</a:t>
            </a:r>
            <a:r>
              <a:rPr lang="zh-TW" altLang="en-US" dirty="0"/>
              <a:t>： </a:t>
            </a:r>
            <a:r>
              <a:rPr lang="en-US" altLang="zh-TW" dirty="0"/>
              <a:t>Prof. Kuo</a:t>
            </a:r>
          </a:p>
          <a:p>
            <a:r>
              <a:rPr lang="en-US" altLang="zh-TW" dirty="0"/>
              <a:t>Group</a:t>
            </a:r>
            <a:r>
              <a:rPr lang="zh-TW" altLang="en-US" dirty="0"/>
              <a:t>： </a:t>
            </a:r>
            <a:r>
              <a:rPr lang="en-US" altLang="zh-TW" dirty="0"/>
              <a:t>Group 32</a:t>
            </a:r>
          </a:p>
          <a:p>
            <a:r>
              <a:rPr lang="en-US" altLang="zh-TW" dirty="0"/>
              <a:t>Team Members</a:t>
            </a:r>
            <a:r>
              <a:rPr lang="zh-TW" altLang="en-US" dirty="0"/>
              <a:t>：</a:t>
            </a:r>
            <a:r>
              <a:rPr lang="en-US" altLang="zh-TW" dirty="0"/>
              <a:t>J.W Wu, J.H Hu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2734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DF99CC-5E6A-61D4-8411-18CA5462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000" dirty="0"/>
              <a:t>Outline</a:t>
            </a:r>
            <a:endParaRPr lang="zh-TW" altLang="en-US" sz="6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681E2A-F91B-388F-2D8D-66E197831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FIFO</a:t>
            </a:r>
          </a:p>
          <a:p>
            <a:r>
              <a:rPr lang="en-US" altLang="zh-TW" sz="2800" dirty="0"/>
              <a:t> Simulation Results</a:t>
            </a:r>
          </a:p>
          <a:p>
            <a:r>
              <a:rPr lang="en-US" altLang="zh-TW" sz="2800" dirty="0"/>
              <a:t> Verification Techniques and Properties</a:t>
            </a:r>
          </a:p>
          <a:p>
            <a:pPr lvl="1"/>
            <a:r>
              <a:rPr lang="en-US" altLang="zh-TW" sz="2800" dirty="0"/>
              <a:t> Scoreboard3</a:t>
            </a:r>
          </a:p>
          <a:p>
            <a:pPr lvl="1"/>
            <a:r>
              <a:rPr lang="en-US" altLang="zh-TW" sz="2800" dirty="0"/>
              <a:t> SVA Code</a:t>
            </a:r>
          </a:p>
          <a:p>
            <a:r>
              <a:rPr lang="en-US" altLang="zh-TW" sz="2800" dirty="0"/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49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AFFE0-2553-2BA1-F79F-6E0F8446F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9190F1-60E4-9AEB-A2C5-8ED350CEB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000" dirty="0"/>
              <a:t>Outline</a:t>
            </a:r>
            <a:endParaRPr lang="zh-TW" altLang="en-US" sz="6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EB9032-1E4D-1FCD-02A2-A37D30F70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FIFO</a:t>
            </a:r>
          </a:p>
          <a:p>
            <a:r>
              <a:rPr lang="en-US" altLang="zh-TW" sz="2800" dirty="0"/>
              <a:t> 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Simulation Results</a:t>
            </a:r>
          </a:p>
          <a:p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 Verification Techniques and Properties</a:t>
            </a:r>
          </a:p>
          <a:p>
            <a:pPr lvl="1"/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 Scoreboard3</a:t>
            </a:r>
          </a:p>
          <a:p>
            <a:pPr lvl="1"/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 SVA Code</a:t>
            </a:r>
          </a:p>
          <a:p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970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7CB061-E015-FBF2-AE38-556A0268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78765"/>
          </a:xfrm>
        </p:spPr>
        <p:txBody>
          <a:bodyPr>
            <a:normAutofit/>
          </a:bodyPr>
          <a:lstStyle/>
          <a:p>
            <a:r>
              <a:rPr lang="en-US" altLang="zh-TW" sz="4800" dirty="0"/>
              <a:t>FIFO</a:t>
            </a:r>
            <a:endParaRPr lang="zh-TW" altLang="en-US" sz="4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DA7D85-D0B0-CAA5-A85F-1E5B1C28A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248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836F4-5C4C-B825-FCAF-B36D03E1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6C6247-4BB5-4765-257F-E85A5D15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000" dirty="0"/>
              <a:t>Outline</a:t>
            </a:r>
            <a:endParaRPr lang="zh-TW" altLang="en-US" sz="6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B30E17-0298-9777-0897-01E97D612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FIFO</a:t>
            </a:r>
          </a:p>
          <a:p>
            <a:r>
              <a:rPr lang="en-US" altLang="zh-TW" sz="2800" dirty="0"/>
              <a:t> </a:t>
            </a:r>
            <a:r>
              <a:rPr lang="en-US" altLang="zh-TW" sz="2800" dirty="0">
                <a:solidFill>
                  <a:schemeClr val="tx1"/>
                </a:solidFill>
              </a:rPr>
              <a:t>Simulation Results</a:t>
            </a:r>
          </a:p>
          <a:p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 Verification Techniques and Properties</a:t>
            </a:r>
          </a:p>
          <a:p>
            <a:pPr lvl="1"/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 Scoreboard3</a:t>
            </a:r>
          </a:p>
          <a:p>
            <a:pPr lvl="1"/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 SVA Code</a:t>
            </a:r>
          </a:p>
          <a:p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6571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204C2-FDB5-F1FD-5AED-F90FF0B85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Simulation Results</a:t>
            </a:r>
            <a:endParaRPr lang="zh-TW" altLang="en-US" sz="4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5F23C3-E831-DDF1-5A78-C42CAD78E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244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C95FE-0C56-01FB-6683-7C0FFCE5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38980E-7632-2E3E-3DEA-2EA75AF4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000" dirty="0"/>
              <a:t>Outline</a:t>
            </a:r>
            <a:endParaRPr lang="zh-TW" altLang="en-US" sz="6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A01EF5-ADCF-8387-38AD-C6C55838F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FIFO</a:t>
            </a:r>
          </a:p>
          <a:p>
            <a:r>
              <a:rPr lang="en-US" altLang="zh-TW" sz="2800" dirty="0"/>
              <a:t> 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Simulation Results</a:t>
            </a:r>
          </a:p>
          <a:p>
            <a:r>
              <a:rPr lang="en-US" altLang="zh-TW" sz="2800" dirty="0">
                <a:solidFill>
                  <a:schemeClr val="tx1"/>
                </a:solidFill>
              </a:rPr>
              <a:t> Verification Techniques and Properties</a:t>
            </a:r>
          </a:p>
          <a:p>
            <a:pPr lvl="1"/>
            <a:r>
              <a:rPr lang="en-US" altLang="zh-TW" sz="2800" dirty="0">
                <a:solidFill>
                  <a:schemeClr val="tx1"/>
                </a:solidFill>
              </a:rPr>
              <a:t> Scoreboard3</a:t>
            </a:r>
          </a:p>
          <a:p>
            <a:pPr lvl="1"/>
            <a:r>
              <a:rPr lang="en-US" altLang="zh-TW" sz="2800" dirty="0">
                <a:solidFill>
                  <a:schemeClr val="tx1"/>
                </a:solidFill>
              </a:rPr>
              <a:t> SVA Code</a:t>
            </a:r>
          </a:p>
          <a:p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3371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61D9-BFB5-05D0-2756-E09C2B73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615F8-9074-6A94-DE8F-41516505A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Scoreboard3</a:t>
            </a:r>
            <a:endParaRPr lang="zh-TW" altLang="en-US" sz="4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D9EF71-18D1-3433-A17E-B02C33D4F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9770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039D-4807-6119-4E25-EB73B822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3477F8-F9EF-9C77-131F-87E860E64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SVA</a:t>
            </a:r>
            <a:endParaRPr lang="zh-TW" altLang="en-US" sz="4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1A2B40-2D0C-E286-8D21-D9BE03502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402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8DA65-0C39-1489-9EA6-AF478CCAC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9A9E63-13B8-02E4-381F-2CFB65D7F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SVA</a:t>
            </a:r>
            <a:endParaRPr lang="zh-TW" altLang="en-US" sz="4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C6B848-C5DC-1C7A-85B2-D30C13031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8090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C81DE-95DB-6C9E-1012-B7442A2BB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588DB7-C48E-96DC-1A14-9424EFF3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000" dirty="0"/>
              <a:t>Outline</a:t>
            </a:r>
            <a:endParaRPr lang="zh-TW" altLang="en-US" sz="6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D43505-430A-903D-6AE0-DAAD8E073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FIFO</a:t>
            </a:r>
          </a:p>
          <a:p>
            <a:r>
              <a:rPr lang="en-US" altLang="zh-TW" sz="2800" dirty="0"/>
              <a:t> 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Simulation Results</a:t>
            </a:r>
          </a:p>
          <a:p>
            <a:r>
              <a:rPr lang="en-US" altLang="zh-TW" sz="2800" dirty="0">
                <a:solidFill>
                  <a:schemeClr val="tx1"/>
                </a:solidFill>
              </a:rPr>
              <a:t> 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Verification Techniques and Properties</a:t>
            </a:r>
          </a:p>
          <a:p>
            <a:pPr lvl="1"/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 Scoreboard3</a:t>
            </a:r>
          </a:p>
          <a:p>
            <a:pPr lvl="1"/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 SVA Code</a:t>
            </a:r>
          </a:p>
          <a:p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zh-TW" sz="2800" dirty="0">
                <a:solidFill>
                  <a:schemeClr val="tx1"/>
                </a:solidFill>
              </a:rPr>
              <a:t>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3470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7E700-7C65-BEF6-54EE-D6124D9AC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3AFB2-22F7-19CA-5705-0FED98C13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Bugs Injection</a:t>
            </a:r>
            <a:endParaRPr lang="zh-TW" altLang="en-US" sz="4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50E6D8-7ADB-DAA8-AAB8-2EA1302D4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510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69011-4A11-33CB-43D8-7312A12C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E119F4-C67B-7830-A481-59D0C68B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Re-Verification</a:t>
            </a:r>
            <a:endParaRPr lang="zh-TW" altLang="en-US" sz="4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746B78-6796-DF49-099C-9B2B64BCF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737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B8C75-B8EC-4156-8813-F0B7A054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D522DA-41FF-A5AB-05D9-98723FD39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Re-Verification</a:t>
            </a:r>
            <a:endParaRPr lang="zh-TW" altLang="en-US" sz="4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B38353-37AE-95AE-A4BB-188556F33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5397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BFC61C-2341-1A18-FEE2-A1CB5F29B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600" y="1161861"/>
            <a:ext cx="8915400" cy="2724845"/>
          </a:xfrm>
        </p:spPr>
        <p:txBody>
          <a:bodyPr/>
          <a:lstStyle/>
          <a:p>
            <a:r>
              <a:rPr lang="en-US" altLang="zh-TW" dirty="0"/>
              <a:t>Thanks for attention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5387730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</TotalTime>
  <Words>148</Words>
  <Application>Microsoft Office PowerPoint</Application>
  <PresentationFormat>寬螢幕</PresentationFormat>
  <Paragraphs>49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絲縷</vt:lpstr>
      <vt:lpstr>Project 1</vt:lpstr>
      <vt:lpstr>Outline</vt:lpstr>
      <vt:lpstr>Outline</vt:lpstr>
      <vt:lpstr>FIFO</vt:lpstr>
      <vt:lpstr>Outline</vt:lpstr>
      <vt:lpstr>Simulation Results</vt:lpstr>
      <vt:lpstr>Outline</vt:lpstr>
      <vt:lpstr>Scoreboard3</vt:lpstr>
      <vt:lpstr>SVA</vt:lpstr>
      <vt:lpstr>SVA</vt:lpstr>
      <vt:lpstr>Outline</vt:lpstr>
      <vt:lpstr>Bugs Injection</vt:lpstr>
      <vt:lpstr>Re-Verification</vt:lpstr>
      <vt:lpstr>Re-Verification</vt:lpstr>
      <vt:lpstr>Thanks for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胡家豪 HU,JIA-HAO</dc:creator>
  <cp:lastModifiedBy>胡家豪 HU,JIA-HAO</cp:lastModifiedBy>
  <cp:revision>1</cp:revision>
  <dcterms:created xsi:type="dcterms:W3CDTF">2025-10-13T06:41:27Z</dcterms:created>
  <dcterms:modified xsi:type="dcterms:W3CDTF">2025-10-13T07:09:39Z</dcterms:modified>
</cp:coreProperties>
</file>