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71" r:id="rId4"/>
    <p:sldId id="259" r:id="rId5"/>
    <p:sldId id="272" r:id="rId6"/>
    <p:sldId id="260" r:id="rId7"/>
    <p:sldId id="273" r:id="rId8"/>
    <p:sldId id="274" r:id="rId9"/>
    <p:sldId id="263" r:id="rId10"/>
    <p:sldId id="275" r:id="rId11"/>
    <p:sldId id="264" r:id="rId12"/>
    <p:sldId id="276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F13A60-4252-1A51-FF8B-A061FC38F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5D4A226-A4FB-8E09-37FC-AB0EF7B71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FF5ABB-87E9-9C24-6C0E-DF1D19C5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000884-90B5-5E0C-DFD6-AA102C3C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A53FA5-09FE-1AB5-90EF-450B41F3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41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5076FC-9035-5FF6-1B89-472150583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D05DF2-74B8-ED8B-7318-932101717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85EFF6-8418-FC36-F354-6266F255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ED0E7E-D5C0-1177-5B5E-F97301EA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9DA5CE-A8D1-FF0B-141B-9760CD3C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4214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5783E-1832-53E0-29D8-7265350C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61A2B3-1DFA-6DB0-50FA-81B89CF08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8DF3C8-7BFB-8D31-3C5B-FB8FE0BD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87CE3F-97DF-88D3-D59D-D199C5E7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8F58FD-3154-7AA1-CC88-3B8D180B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357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FF35FC-5E62-C928-C1B0-785EFE8AA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DDAD0B-A544-CC5D-76C8-34ABAFE73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13812D-88BD-4A53-98E2-CB9BB8D96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F418BD-F3C1-6FC7-CB4E-959A13C5A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4DEA01-AD78-2AD9-2DF0-2A380952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594745-3DFE-D50E-1B0D-1A01701A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346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627899-1BE2-8830-B87F-F994938D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E3E168-3DBB-55B1-F55A-86113DA00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45AD26B-4B5F-8C09-DCD8-2A307324F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F9B299A-A93B-0C03-104B-BBDAE1C2DF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5EAD65B-017C-2FC0-0A88-185041CE5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03BC7D5-C012-29FC-3DDB-16269F241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D6C8251-7F74-08A1-BC8E-9985655E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D4A2B74-B16E-41B9-FCF0-C3A9D52B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3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FF94F5-6064-3AB2-05E1-ED53BED2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1F52046-5344-1405-B6A6-24608C6E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22DF23-A697-3861-B5AB-0E8094841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AFA0344-7EF7-1784-8744-59B093C1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4727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E1B8E09-F0BC-ACA8-07B2-99E500F3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7CFE0F4-7645-9B16-E467-B62299B0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72DC9-E96A-2A9E-5D26-32881D6D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694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EF8BF0-2F69-3516-9415-7F01AAAFD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C393EF-FB4F-45E8-C299-993FA6E1B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5723E7-4958-052B-8A17-C65C85818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1E06F7-93D9-FE15-87A8-07DA0B88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2CC8805-6367-CF4D-F548-ABAC6AC07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C88BDB-E83E-8A7C-089A-7157DEFD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280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C7B18F-FCE3-0A29-CB7D-A417EE5F4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B41C0A1-05C9-EC0C-D1E6-1F274FCF4C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D09BEB-CF9B-29EF-B2FB-BBD37F99E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9101E7F-2B5D-D919-0A9B-31712573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EDA436-CDB5-407B-18D5-C94011BF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1A79F1-B89A-D381-CBE6-8AA4F1E7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6748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B04D24-7076-63AD-4F6E-05E1BFBF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107A33C-08D3-20F3-AED6-B5E2CA852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3A94ED-24F6-D061-7E14-5834680AC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F1839E-2596-6547-AAEC-61657DA3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1B3634-0162-C95E-9131-1C6B1058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873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3A17ADA-B303-28A9-8A04-518A72A82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100F3BC-95F2-3D85-5B3B-17EF0FF80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F54B33-4DE3-1A52-A132-EC156DB8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07DB00-5963-294E-B978-81F669F5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51530F-AA31-363D-C250-BFFEA1F0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6820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131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D3D51E4-6411-5945-D8BC-BF3B8FC4C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C9F90C-DFEE-9E3F-6D4D-542678B7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3E7F36-E433-8AC7-4457-DAA87D1B1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3DD29-1C23-4951-B0CA-AE37D484074F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0FAD03-FD36-5175-F0A6-70C8EA584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81DFB9-49C0-92D6-B526-8B1D38961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752FF-AC2E-4AAE-BE06-36CB255EE7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12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2E5408-B294-79FD-F34E-9D6D00F12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77060"/>
            <a:ext cx="9144000" cy="102193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AE3DAB-25C7-D8D8-845E-5E19482A7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298" y="4369972"/>
            <a:ext cx="8915399" cy="1433298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Name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VCSDL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(Video and Communication  System Design Lab)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Kuo Chih Hong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32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J.W Wu, J.H Hu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2734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DF99CC-5E6A-61D4-8411-18CA5462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681E2A-F91B-388F-2D8D-66E197831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Techniques and Properties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Scoreboard3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SVA Code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49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87E3E-241B-0B98-61C3-4E88513C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8DB43-51F7-CC67-E604-5889C9BEA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6B3DC1-4512-2F30-7948-9D26D0859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US" altLang="zh-TW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Techniques and Properties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Scoreboard3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SVA Code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2680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7CB061-E015-FBF2-AE38-556A0268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235"/>
            <a:ext cx="8911687" cy="878765"/>
          </a:xfrm>
        </p:spPr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E2F6F5C-5532-E4B4-0B2F-B903326A8005}"/>
              </a:ext>
            </a:extLst>
          </p:cNvPr>
          <p:cNvSpPr txBox="1">
            <a:spLocks/>
          </p:cNvSpPr>
          <p:nvPr/>
        </p:nvSpPr>
        <p:spPr>
          <a:xfrm>
            <a:off x="838199" y="1196293"/>
            <a:ext cx="8911687" cy="8787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source code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E396E63-4AD2-7D9D-9566-4FBF66EF4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429" y="715835"/>
            <a:ext cx="7684432" cy="6023239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42F250-B39F-5CAE-FDDA-18538CBFCAF3}"/>
              </a:ext>
            </a:extLst>
          </p:cNvPr>
          <p:cNvSpPr txBox="1"/>
          <p:nvPr/>
        </p:nvSpPr>
        <p:spPr>
          <a:xfrm>
            <a:off x="838199" y="2199735"/>
            <a:ext cx="40256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實際上指針只需要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2bit</a:t>
            </a: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為了判別滿邏輯增加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1bit</a:t>
            </a: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用來判斷是否繞一圈追上讀指針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當讀指針和寫指針相等時為空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當寫指針追上讀指針時為滿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DAF230-1870-34BF-E76D-349A01FBEC02}"/>
              </a:ext>
            </a:extLst>
          </p:cNvPr>
          <p:cNvSpPr/>
          <p:nvPr/>
        </p:nvSpPr>
        <p:spPr>
          <a:xfrm>
            <a:off x="4418429" y="5141344"/>
            <a:ext cx="6192062" cy="7159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C3F3C12-9A53-88A0-4181-E4A48A7DE4B6}"/>
              </a:ext>
            </a:extLst>
          </p:cNvPr>
          <p:cNvSpPr/>
          <p:nvPr/>
        </p:nvSpPr>
        <p:spPr>
          <a:xfrm>
            <a:off x="4418429" y="1248098"/>
            <a:ext cx="6192062" cy="377247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743F354-49B1-997A-A258-DA9DCD33CE87}"/>
              </a:ext>
            </a:extLst>
          </p:cNvPr>
          <p:cNvSpPr/>
          <p:nvPr/>
        </p:nvSpPr>
        <p:spPr>
          <a:xfrm>
            <a:off x="4418429" y="5934974"/>
            <a:ext cx="6192062" cy="804100"/>
          </a:xfrm>
          <a:prstGeom prst="rect">
            <a:avLst/>
          </a:prstGeom>
          <a:noFill/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248413C-B056-9E20-AC76-98E2FB556142}"/>
              </a:ext>
            </a:extLst>
          </p:cNvPr>
          <p:cNvSpPr txBox="1"/>
          <p:nvPr/>
        </p:nvSpPr>
        <p:spPr>
          <a:xfrm>
            <a:off x="8789598" y="850829"/>
            <a:ext cx="3641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讀寫指針以及寫入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FIFO</a:t>
            </a:r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Memory</a:t>
            </a:r>
            <a:endParaRPr lang="zh-TW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E166061-6E03-4C1F-5EE1-7F35C0B03007}"/>
              </a:ext>
            </a:extLst>
          </p:cNvPr>
          <p:cNvSpPr txBox="1"/>
          <p:nvPr/>
        </p:nvSpPr>
        <p:spPr>
          <a:xfrm>
            <a:off x="10610491" y="5330063"/>
            <a:ext cx="3641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Full Empty </a:t>
            </a:r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判斷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2DC3FDA-376D-13CF-C633-B35C7927358B}"/>
              </a:ext>
            </a:extLst>
          </p:cNvPr>
          <p:cNvSpPr txBox="1"/>
          <p:nvPr/>
        </p:nvSpPr>
        <p:spPr>
          <a:xfrm>
            <a:off x="10610491" y="6016656"/>
            <a:ext cx="3641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讀資料操作</a:t>
            </a:r>
            <a:endParaRPr lang="en-US" altLang="zh-TW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支援同時讀寫</a:t>
            </a:r>
          </a:p>
        </p:txBody>
      </p:sp>
    </p:spTree>
    <p:extLst>
      <p:ext uri="{BB962C8B-B14F-4D97-AF65-F5344CB8AC3E}">
        <p14:creationId xmlns:p14="http://schemas.microsoft.com/office/powerpoint/2010/main" val="2720248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53EC0-AC0D-F83B-562B-FF6B9297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3FF05E-A7F4-616A-C236-82DE2C2A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A5FB8C-24D0-4255-BCF0-E1BBB64B4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Techniques and Properties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Scoreboard3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SVA Code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7117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204C2-FDB5-F1FD-5AED-F90FF0B85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A034784-8480-0CAB-95B1-9918EB22E6A6}"/>
              </a:ext>
            </a:extLst>
          </p:cNvPr>
          <p:cNvSpPr txBox="1"/>
          <p:nvPr/>
        </p:nvSpPr>
        <p:spPr>
          <a:xfrm>
            <a:off x="838200" y="1981774"/>
            <a:ext cx="107632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Target 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TW" sz="2400" dirty="0"/>
              <a:t>Overflow Detection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TW" sz="2400" dirty="0"/>
              <a:t>Underflow Detection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TW" sz="2400" dirty="0"/>
              <a:t>Data Integrity</a:t>
            </a:r>
          </a:p>
          <a:p>
            <a:pPr marL="1371600" lvl="2" indent="-457200">
              <a:buFont typeface="+mj-lt"/>
              <a:buAutoNum type="alphaLcParenR"/>
            </a:pPr>
            <a:endParaRPr lang="zh-TW" altLang="en-US" sz="24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4CAE5C3-AD17-10DD-22F8-709152952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59" y="1348657"/>
            <a:ext cx="4772691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44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6950B-7246-A247-D235-37BBDF01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9F8B7-F271-3378-3248-C22A8DADC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 (Only One Case)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4B48539-CC07-5880-B79C-3A6A52C120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15"/>
          <a:stretch>
            <a:fillRect/>
          </a:stretch>
        </p:blipFill>
        <p:spPr>
          <a:xfrm>
            <a:off x="136764" y="3798929"/>
            <a:ext cx="5741237" cy="247191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48E232E-DD15-A586-8BBA-033A7D47D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63597"/>
            <a:ext cx="5815285" cy="214806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A0D6FAF-E1FB-33AC-6C56-78B325EF83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20"/>
          <a:stretch>
            <a:fillRect/>
          </a:stretch>
        </p:blipFill>
        <p:spPr>
          <a:xfrm>
            <a:off x="6096000" y="4352924"/>
            <a:ext cx="5815285" cy="2367153"/>
          </a:xfrm>
          <a:prstGeom prst="rect">
            <a:avLst/>
          </a:prstGeom>
        </p:spPr>
      </p:pic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1025DE40-E4E6-5A12-DC46-AE116EA6B149}"/>
              </a:ext>
            </a:extLst>
          </p:cNvPr>
          <p:cNvSpPr/>
          <p:nvPr/>
        </p:nvSpPr>
        <p:spPr>
          <a:xfrm>
            <a:off x="8822667" y="3798929"/>
            <a:ext cx="361950" cy="4667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24BEE3A-9402-D83E-C813-DE51B3FB040C}"/>
              </a:ext>
            </a:extLst>
          </p:cNvPr>
          <p:cNvSpPr txBox="1"/>
          <p:nvPr/>
        </p:nvSpPr>
        <p:spPr>
          <a:xfrm>
            <a:off x="280715" y="1898964"/>
            <a:ext cx="5439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沒考慮到同時讀寫情況 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如果同時讀寫的話即便在空或滿的情況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也要可以對讀寫指針做操作 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同時如果空又同時讀寫的話由於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FIFO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寫入要花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1T</a:t>
            </a: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因此加上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if else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判斷是否空又同時讀寫</a:t>
            </a:r>
          </a:p>
        </p:txBody>
      </p:sp>
    </p:spTree>
    <p:extLst>
      <p:ext uri="{BB962C8B-B14F-4D97-AF65-F5344CB8AC3E}">
        <p14:creationId xmlns:p14="http://schemas.microsoft.com/office/powerpoint/2010/main" val="233110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7320-9ECA-7820-4CBB-76E6F3413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824604-412D-36D0-2D39-A3B22225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88D63B-7A77-648C-ADBA-1266D47C7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Techniques and Properties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Scoreboard3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SVA Code</a:t>
            </a:r>
            <a:endParaRPr lang="en-US" altLang="zh-TW" sz="28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157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61D9-BFB5-05D0-2756-E09C2B73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615F8-9074-6A94-DE8F-41516505A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Scoreboard3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CAA1606-AA4E-2950-31A6-58C9D2470D13}"/>
              </a:ext>
            </a:extLst>
          </p:cNvPr>
          <p:cNvSpPr txBox="1"/>
          <p:nvPr/>
        </p:nvSpPr>
        <p:spPr>
          <a:xfrm>
            <a:off x="4617476" y="1064023"/>
            <a:ext cx="725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Bugs Found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實際上沒有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full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但是卻有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overflow error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F639C02-FA37-A27D-BD2B-56F44597DC0C}"/>
              </a:ext>
            </a:extLst>
          </p:cNvPr>
          <p:cNvSpPr txBox="1"/>
          <p:nvPr/>
        </p:nvSpPr>
        <p:spPr>
          <a:xfrm>
            <a:off x="4673840" y="3763166"/>
            <a:ext cx="751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How to fix it :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在空或滿且同時讀寫時一樣可以對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Scoreboard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做操作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27ADC14-5C1C-56EC-E69C-EEEF5A3DE6D7}"/>
              </a:ext>
            </a:extLst>
          </p:cNvPr>
          <p:cNvSpPr txBox="1"/>
          <p:nvPr/>
        </p:nvSpPr>
        <p:spPr>
          <a:xfrm>
            <a:off x="186021" y="3763166"/>
            <a:ext cx="3399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and Binding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02C512A-6E14-36AC-B954-6A6B5FEB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21" y="4163276"/>
            <a:ext cx="4431455" cy="251374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9B65A3A-048C-5EA0-D223-76D37ECB13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26"/>
          <a:stretch>
            <a:fillRect/>
          </a:stretch>
        </p:blipFill>
        <p:spPr>
          <a:xfrm>
            <a:off x="5836375" y="1553444"/>
            <a:ext cx="6060350" cy="218493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DFA0F01-4C1C-DA72-599A-AED45995F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375" y="4163276"/>
            <a:ext cx="5843819" cy="251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7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E33F6-68DB-42B1-6183-58C0A016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E1767-1776-D93F-C864-E99AEBBC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SVA</a:t>
            </a:r>
            <a:endParaRPr lang="zh-TW" altLang="en-US" sz="4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CA5A929-CA00-6E49-6459-0135CC8AA295}"/>
              </a:ext>
            </a:extLst>
          </p:cNvPr>
          <p:cNvSpPr txBox="1"/>
          <p:nvPr/>
        </p:nvSpPr>
        <p:spPr>
          <a:xfrm>
            <a:off x="838200" y="2592058"/>
            <a:ext cx="4057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Property: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no_overflow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6148EFC-4562-3FC5-743B-D8B23F99DD82}"/>
              </a:ext>
            </a:extLst>
          </p:cNvPr>
          <p:cNvSpPr txBox="1"/>
          <p:nvPr/>
        </p:nvSpPr>
        <p:spPr>
          <a:xfrm>
            <a:off x="838200" y="4917874"/>
            <a:ext cx="4057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Jasper Result:</a:t>
            </a: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776678F-A09B-ADDD-9732-2AAC16596986}"/>
              </a:ext>
            </a:extLst>
          </p:cNvPr>
          <p:cNvSpPr txBox="1"/>
          <p:nvPr/>
        </p:nvSpPr>
        <p:spPr>
          <a:xfrm>
            <a:off x="838199" y="1438379"/>
            <a:ext cx="10734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SVA Property : </a:t>
            </a: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scoreboard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資料達到設定的最大數量時不能只進行寫操作不進行讀操作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437479C-59AA-4693-FE31-8B20C70F4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27174"/>
            <a:ext cx="8902612" cy="136145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F004331-73F3-282B-A15D-CDFDA40C4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638696"/>
            <a:ext cx="11002911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0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039D-4807-6119-4E25-EB73B822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3477F8-F9EF-9C77-131F-87E860E64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SVA</a:t>
            </a:r>
            <a:endParaRPr lang="zh-TW" altLang="en-US" sz="4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DAC76BC-A0F2-A481-C6A4-198D86A6C319}"/>
              </a:ext>
            </a:extLst>
          </p:cNvPr>
          <p:cNvSpPr txBox="1"/>
          <p:nvPr/>
        </p:nvSpPr>
        <p:spPr>
          <a:xfrm>
            <a:off x="838199" y="2598003"/>
            <a:ext cx="4057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Property: data_integrity</a:t>
            </a: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D4FD2CB-0000-EC70-E137-18EF5B772C0B}"/>
              </a:ext>
            </a:extLst>
          </p:cNvPr>
          <p:cNvSpPr txBox="1"/>
          <p:nvPr/>
        </p:nvSpPr>
        <p:spPr>
          <a:xfrm>
            <a:off x="838199" y="4641877"/>
            <a:ext cx="4057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Jasper Result:</a:t>
            </a: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3A694FA-1A83-9978-34EA-15D0E6E7CBF1}"/>
              </a:ext>
            </a:extLst>
          </p:cNvPr>
          <p:cNvSpPr txBox="1"/>
          <p:nvPr/>
        </p:nvSpPr>
        <p:spPr>
          <a:xfrm>
            <a:off x="838199" y="1438379"/>
            <a:ext cx="9534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SVA Property 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把讀出的資料延遲一個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cycle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，此資料必須和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Scoreboard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內存的一樣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B954184-8D1A-16AD-7963-7B9AA7A7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1106"/>
            <a:ext cx="12192000" cy="46593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7BB692C-3EEC-016D-4B36-953955222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180" y="2469029"/>
            <a:ext cx="3981764" cy="279229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616A623-0141-1321-C126-A988F49A2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56" y="3250258"/>
            <a:ext cx="7116180" cy="122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2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A082B-6E22-8D7A-CF69-801A93439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E37884-11B0-88D7-FAA4-923AA4E6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A7B632-439C-E684-BE7D-361E3184B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Techniques and Properties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Scoreboard3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SVA Code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Bugs Injection and Re-Verification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8645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7E700-7C65-BEF6-54EE-D6124D9A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3AFB2-22F7-19CA-5705-0FED98C13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1587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Bugs Injection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B3B339D-CABF-74AC-F30F-0DD729F74440}"/>
              </a:ext>
            </a:extLst>
          </p:cNvPr>
          <p:cNvSpPr txBox="1"/>
          <p:nvPr/>
        </p:nvSpPr>
        <p:spPr>
          <a:xfrm>
            <a:off x="428624" y="1301751"/>
            <a:ext cx="10715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bug(s)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空滿時不能同時讀寫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Full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判斷錯誤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46394B-B211-3C2D-8C4E-BD7AEABE4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86" y="2710593"/>
            <a:ext cx="5410689" cy="4131532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41DB7DF0-6421-C367-54CA-C1648FF1C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934" y="2710593"/>
            <a:ext cx="5239481" cy="115268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781FD940-A2BF-545E-D2EF-F96C8A94A8DE}"/>
              </a:ext>
            </a:extLst>
          </p:cNvPr>
          <p:cNvSpPr/>
          <p:nvPr/>
        </p:nvSpPr>
        <p:spPr>
          <a:xfrm>
            <a:off x="180486" y="3429960"/>
            <a:ext cx="5410689" cy="6943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398E24D-98E9-660F-C123-AEBBF7BCCF47}"/>
              </a:ext>
            </a:extLst>
          </p:cNvPr>
          <p:cNvSpPr/>
          <p:nvPr/>
        </p:nvSpPr>
        <p:spPr>
          <a:xfrm>
            <a:off x="180485" y="5963611"/>
            <a:ext cx="5410689" cy="665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71F76F-3F59-9FCE-11A7-7398F818AE3D}"/>
              </a:ext>
            </a:extLst>
          </p:cNvPr>
          <p:cNvSpPr/>
          <p:nvPr/>
        </p:nvSpPr>
        <p:spPr>
          <a:xfrm>
            <a:off x="6209934" y="3057525"/>
            <a:ext cx="5239481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510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69011-4A11-33CB-43D8-7312A12C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E119F4-C67B-7830-A481-59D0C68B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Re-Verification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623C7F3-0D36-5267-18DF-EEAEE337D3A3}"/>
              </a:ext>
            </a:extLst>
          </p:cNvPr>
          <p:cNvSpPr txBox="1"/>
          <p:nvPr/>
        </p:nvSpPr>
        <p:spPr>
          <a:xfrm>
            <a:off x="504044" y="1150759"/>
            <a:ext cx="251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Jasper Result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74BB8D7-BFAF-524F-C566-932B250FDB84}"/>
              </a:ext>
            </a:extLst>
          </p:cNvPr>
          <p:cNvSpPr txBox="1"/>
          <p:nvPr/>
        </p:nvSpPr>
        <p:spPr>
          <a:xfrm>
            <a:off x="7334250" y="3486044"/>
            <a:ext cx="2686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4C1AF6C-077D-3DC5-169B-87A84EDB502D}"/>
              </a:ext>
            </a:extLst>
          </p:cNvPr>
          <p:cNvSpPr txBox="1"/>
          <p:nvPr/>
        </p:nvSpPr>
        <p:spPr>
          <a:xfrm>
            <a:off x="7334250" y="5572792"/>
            <a:ext cx="2686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8C77FD9-7E7C-7E3D-DD0A-CA3BF85C4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1575879"/>
            <a:ext cx="11183911" cy="103837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4659726-8487-8BBD-AA6E-2FF2734E8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07" y="2844285"/>
            <a:ext cx="6449206" cy="174518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3D6DB5F-0F1F-9E71-C749-D5B04B7DD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07" y="4819505"/>
            <a:ext cx="4982538" cy="19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37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FC61C-2341-1A18-FEE2-A1CB5F29B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0" y="1161861"/>
            <a:ext cx="8915400" cy="2724845"/>
          </a:xfrm>
        </p:spPr>
        <p:txBody>
          <a:bodyPr/>
          <a:lstStyle/>
          <a:p>
            <a:r>
              <a:rPr lang="en-US" altLang="zh-TW" dirty="0"/>
              <a:t>Thanks for attention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5387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1370</TotalTime>
  <Words>377</Words>
  <Application>Microsoft Office PowerPoint</Application>
  <PresentationFormat>寬螢幕</PresentationFormat>
  <Paragraphs>85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佈景主題</vt:lpstr>
      <vt:lpstr>Project 1</vt:lpstr>
      <vt:lpstr>Outline</vt:lpstr>
      <vt:lpstr>Outline</vt:lpstr>
      <vt:lpstr>FIFO</vt:lpstr>
      <vt:lpstr>Outline</vt:lpstr>
      <vt:lpstr>Simulation Results</vt:lpstr>
      <vt:lpstr>Simulation Results (Only One Case)</vt:lpstr>
      <vt:lpstr>Outline</vt:lpstr>
      <vt:lpstr>Scoreboard3</vt:lpstr>
      <vt:lpstr>SVA</vt:lpstr>
      <vt:lpstr>SVA</vt:lpstr>
      <vt:lpstr>Outline</vt:lpstr>
      <vt:lpstr>Bugs Injection</vt:lpstr>
      <vt:lpstr>Re-Verification</vt:lpstr>
      <vt:lpstr>Thanks for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胡家豪 HU,JIA-HAO</dc:creator>
  <cp:lastModifiedBy>吳家維 WU,JIA-WEI</cp:lastModifiedBy>
  <cp:revision>124</cp:revision>
  <dcterms:created xsi:type="dcterms:W3CDTF">2025-10-13T06:41:27Z</dcterms:created>
  <dcterms:modified xsi:type="dcterms:W3CDTF">2025-10-20T05:39:54Z</dcterms:modified>
</cp:coreProperties>
</file>