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1" r:id="rId4"/>
    <p:sldId id="259" r:id="rId5"/>
    <p:sldId id="272" r:id="rId6"/>
    <p:sldId id="260" r:id="rId7"/>
    <p:sldId id="273" r:id="rId8"/>
    <p:sldId id="274" r:id="rId9"/>
    <p:sldId id="263" r:id="rId10"/>
    <p:sldId id="275" r:id="rId11"/>
    <p:sldId id="264" r:id="rId12"/>
    <p:sldId id="276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F13A60-4252-1A51-FF8B-A061FC38F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D4A226-A4FB-8E09-37FC-AB0EF7B71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F5ABB-87E9-9C24-6C0E-DF1D19C5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000884-90B5-5E0C-DFD6-AA102C3C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A53FA5-09FE-1AB5-90EF-450B41F3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076FC-9035-5FF6-1B89-47215058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05DF2-74B8-ED8B-7318-9321017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85EFF6-8418-FC36-F354-6266F255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ED0E7E-D5C0-1177-5B5E-F97301EA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9DA5CE-A8D1-FF0B-141B-9760CD3C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21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5783E-1832-53E0-29D8-7265350C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61A2B3-1DFA-6DB0-50FA-81B89CF08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8DF3C8-7BFB-8D31-3C5B-FB8FE0BD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87CE3F-97DF-88D3-D59D-D199C5E7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8F58FD-3154-7AA1-CC88-3B8D180B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35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FF35FC-5E62-C928-C1B0-785EFE8A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DDAD0B-A544-CC5D-76C8-34ABAFE73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13812D-88BD-4A53-98E2-CB9BB8D9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F418BD-F3C1-6FC7-CB4E-959A13C5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4DEA01-AD78-2AD9-2DF0-2A380952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94745-3DFE-D50E-1B0D-1A01701A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46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627899-1BE2-8830-B87F-F994938D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E3E168-3DBB-55B1-F55A-86113DA00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5AD26B-4B5F-8C09-DCD8-2A307324F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9B299A-A93B-0C03-104B-BBDAE1C2D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5EAD65B-017C-2FC0-0A88-185041CE5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03BC7D5-C012-29FC-3DDB-16269F24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6C8251-7F74-08A1-BC8E-9985655E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4A2B74-B16E-41B9-FCF0-C3A9D52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FF94F5-6064-3AB2-05E1-ED53BED2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1F52046-5344-1405-B6A6-24608C6E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2DF23-A697-3861-B5AB-0E809484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AFA0344-7EF7-1784-8744-59B093C1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72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1B8E09-F0BC-ACA8-07B2-99E500F3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CFE0F4-7645-9B16-E467-B62299B0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72DC9-E96A-2A9E-5D26-32881D6D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69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F8BF0-2F69-3516-9415-7F01AAAF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C393EF-FB4F-45E8-C299-993FA6E1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5723E7-4958-052B-8A17-C65C85818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1E06F7-93D9-FE15-87A8-07DA0B88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CC8805-6367-CF4D-F548-ABAC6AC0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C88BDB-E83E-8A7C-089A-7157DEFD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28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7B18F-FCE3-0A29-CB7D-A417EE5F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B41C0A1-05C9-EC0C-D1E6-1F274FCF4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D09BEB-CF9B-29EF-B2FB-BBD37F99E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101E7F-2B5D-D919-0A9B-31712573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EDA436-CDB5-407B-18D5-C94011BF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1A79F1-B89A-D381-CBE6-8AA4F1E7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74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04D24-7076-63AD-4F6E-05E1BFBF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07A33C-08D3-20F3-AED6-B5E2CA85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3A94ED-24F6-D061-7E14-5834680A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F1839E-2596-6547-AAEC-61657DA3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1B3634-0162-C95E-9131-1C6B1058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87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3A17ADA-B303-28A9-8A04-518A72A82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00F3BC-95F2-3D85-5B3B-17EF0FF80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F54B33-4DE3-1A52-A132-EC156DB8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07DB00-5963-294E-B978-81F669F5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51530F-AA31-363D-C250-BFFEA1F0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8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13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D3D51E4-6411-5945-D8BC-BF3B8FC4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C9F90C-DFEE-9E3F-6D4D-542678B7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3E7F36-E433-8AC7-4457-DAA87D1B1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3DD29-1C23-4951-B0CA-AE37D484074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0FAD03-FD36-5175-F0A6-70C8EA584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81DFB9-49C0-92D6-B526-8B1D38961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12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2E5408-B294-79FD-F34E-9D6D00F12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7060"/>
            <a:ext cx="9144000" cy="102193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AE3DAB-25C7-D8D8-845E-5E19482A7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298" y="4369972"/>
            <a:ext cx="8915399" cy="143329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Name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VCSDL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(Video and Communication  System Design Lab)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Kuo Chih Hong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J.W Wu, J.H Hu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73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DF99CC-5E6A-61D4-8411-18CA5462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81E2A-F91B-388F-2D8D-66E19783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49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7E3E-241B-0B98-61C3-4E88513C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8DB43-51F7-CC67-E604-5889C9BE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B3DC1-4512-2F30-7948-9D26D0859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US" altLang="zh-TW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268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CB061-E015-FBF2-AE38-556A0268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235"/>
            <a:ext cx="8911687" cy="878765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E2F6F5C-5532-E4B4-0B2F-B903326A8005}"/>
              </a:ext>
            </a:extLst>
          </p:cNvPr>
          <p:cNvSpPr txBox="1">
            <a:spLocks/>
          </p:cNvSpPr>
          <p:nvPr/>
        </p:nvSpPr>
        <p:spPr>
          <a:xfrm>
            <a:off x="838199" y="1196293"/>
            <a:ext cx="8911687" cy="878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source code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3E02B9A-EAC3-1A02-04A1-7FF522D19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162" y="1911350"/>
            <a:ext cx="8067676" cy="477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4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3EC0-AC0D-F83B-562B-FF6B9297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3FF05E-A7F4-616A-C236-82DE2C2A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A5FB8C-24D0-4255-BCF0-E1BBB64B4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711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204C2-FDB5-F1FD-5AED-F90FF0B8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034784-8480-0CAB-95B1-9918EB22E6A6}"/>
              </a:ext>
            </a:extLst>
          </p:cNvPr>
          <p:cNvSpPr txBox="1"/>
          <p:nvPr/>
        </p:nvSpPr>
        <p:spPr>
          <a:xfrm>
            <a:off x="838200" y="1981774"/>
            <a:ext cx="10763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Target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Overflow Detection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Underflow Detection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Data Integrity</a:t>
            </a:r>
          </a:p>
          <a:p>
            <a:pPr marL="1371600" lvl="2" indent="-457200">
              <a:buFont typeface="+mj-lt"/>
              <a:buAutoNum type="alphaLcParenR"/>
            </a:pPr>
            <a:endParaRPr lang="zh-TW" altLang="en-US" sz="2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CAE5C3-AD17-10DD-22F8-709152952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59" y="1348657"/>
            <a:ext cx="4772691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4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950B-7246-A247-D235-37BBDF01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9F8B7-F271-3378-3248-C22A8DAD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(Only One Case)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4B48539-CC07-5880-B79C-3A6A52C1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5"/>
          <a:stretch>
            <a:fillRect/>
          </a:stretch>
        </p:blipFill>
        <p:spPr>
          <a:xfrm>
            <a:off x="136764" y="2796331"/>
            <a:ext cx="5741237" cy="24719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48E232E-DD15-A586-8BBA-033A7D47D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3597"/>
            <a:ext cx="5815285" cy="214806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A0D6FAF-E1FB-33AC-6C56-78B325EF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0"/>
          <a:stretch>
            <a:fillRect/>
          </a:stretch>
        </p:blipFill>
        <p:spPr>
          <a:xfrm>
            <a:off x="6096000" y="4352924"/>
            <a:ext cx="5815285" cy="2367153"/>
          </a:xfrm>
          <a:prstGeom prst="rect">
            <a:avLst/>
          </a:prstGeom>
        </p:spPr>
      </p:pic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1025DE40-E4E6-5A12-DC46-AE116EA6B149}"/>
              </a:ext>
            </a:extLst>
          </p:cNvPr>
          <p:cNvSpPr/>
          <p:nvPr/>
        </p:nvSpPr>
        <p:spPr>
          <a:xfrm>
            <a:off x="8822667" y="3798929"/>
            <a:ext cx="361950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11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7320-9ECA-7820-4CBB-76E6F3413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824604-412D-36D0-2D39-A3B22225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88D63B-7A77-648C-ADBA-1266D47C7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157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61D9-BFB5-05D0-2756-E09C2B73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615F8-9074-6A94-DE8F-41516505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Scoreboard3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7F938E-7B5E-C841-04BD-B40CEF40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4" y="4194053"/>
            <a:ext cx="4163006" cy="18100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33D43A0-C4D1-7132-C6CA-A434E6375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840" y="1534295"/>
            <a:ext cx="7806744" cy="17708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9B1CAA2-BD12-898A-388F-33D855E40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74" y="3763166"/>
            <a:ext cx="5952355" cy="309245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DCCFF28-9444-D11F-C5EC-F3D1087B1FEA}"/>
              </a:ext>
            </a:extLst>
          </p:cNvPr>
          <p:cNvSpPr/>
          <p:nvPr/>
        </p:nvSpPr>
        <p:spPr>
          <a:xfrm>
            <a:off x="6130254" y="4353715"/>
            <a:ext cx="1928813" cy="190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50F148-D1AB-D421-D84B-91E9C01B92F7}"/>
              </a:ext>
            </a:extLst>
          </p:cNvPr>
          <p:cNvSpPr/>
          <p:nvPr/>
        </p:nvSpPr>
        <p:spPr>
          <a:xfrm>
            <a:off x="6130255" y="6079327"/>
            <a:ext cx="1892300" cy="190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CAA1606-AA4E-2950-31A6-58C9D2470D13}"/>
              </a:ext>
            </a:extLst>
          </p:cNvPr>
          <p:cNvSpPr txBox="1"/>
          <p:nvPr/>
        </p:nvSpPr>
        <p:spPr>
          <a:xfrm>
            <a:off x="4292840" y="1101042"/>
            <a:ext cx="339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 Found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F639C02-FA37-A27D-BD2B-56F44597DC0C}"/>
              </a:ext>
            </a:extLst>
          </p:cNvPr>
          <p:cNvSpPr txBox="1"/>
          <p:nvPr/>
        </p:nvSpPr>
        <p:spPr>
          <a:xfrm>
            <a:off x="4292840" y="3363056"/>
            <a:ext cx="339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fix it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27ADC14-5C1C-56EC-E69C-EEEF5A3DE6D7}"/>
              </a:ext>
            </a:extLst>
          </p:cNvPr>
          <p:cNvSpPr txBox="1"/>
          <p:nvPr/>
        </p:nvSpPr>
        <p:spPr>
          <a:xfrm>
            <a:off x="129834" y="3763166"/>
            <a:ext cx="339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and Binding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77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33F6-68DB-42B1-6183-58C0A016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E1767-1776-D93F-C864-E99AEBBC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CA5A929-CA00-6E49-6459-0135CC8AA295}"/>
              </a:ext>
            </a:extLst>
          </p:cNvPr>
          <p:cNvSpPr txBox="1"/>
          <p:nvPr/>
        </p:nvSpPr>
        <p:spPr>
          <a:xfrm>
            <a:off x="838200" y="2017067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no_overflow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6148EFC-4562-3FC5-743B-D8B23F99DD82}"/>
              </a:ext>
            </a:extLst>
          </p:cNvPr>
          <p:cNvSpPr txBox="1"/>
          <p:nvPr/>
        </p:nvSpPr>
        <p:spPr>
          <a:xfrm>
            <a:off x="838200" y="3704708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Jasper Result: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76678F-A09B-ADDD-9732-2AAC16596986}"/>
              </a:ext>
            </a:extLst>
          </p:cNvPr>
          <p:cNvSpPr txBox="1"/>
          <p:nvPr/>
        </p:nvSpPr>
        <p:spPr>
          <a:xfrm>
            <a:off x="838199" y="1438379"/>
            <a:ext cx="953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SVA Property :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滿時不能只進行寫操作不進行讀操作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437479C-59AA-4693-FE31-8B20C70F4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74839"/>
            <a:ext cx="6457951" cy="9875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F004331-73F3-282B-A15D-CDFDA40C4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425530"/>
            <a:ext cx="11002911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0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039D-4807-6119-4E25-EB73B822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477F8-F9EF-9C77-131F-87E860E6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DAC76BC-A0F2-A481-C6A4-198D86A6C319}"/>
              </a:ext>
            </a:extLst>
          </p:cNvPr>
          <p:cNvSpPr txBox="1"/>
          <p:nvPr/>
        </p:nvSpPr>
        <p:spPr>
          <a:xfrm>
            <a:off x="742506" y="2848652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data_integrity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4FD2CB-0000-EC70-E137-18EF5B772C0B}"/>
              </a:ext>
            </a:extLst>
          </p:cNvPr>
          <p:cNvSpPr txBox="1"/>
          <p:nvPr/>
        </p:nvSpPr>
        <p:spPr>
          <a:xfrm>
            <a:off x="742506" y="4892526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Jasper Result: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A694FA-1A83-9978-34EA-15D0E6E7CBF1}"/>
              </a:ext>
            </a:extLst>
          </p:cNvPr>
          <p:cNvSpPr txBox="1"/>
          <p:nvPr/>
        </p:nvSpPr>
        <p:spPr>
          <a:xfrm>
            <a:off x="838199" y="1438379"/>
            <a:ext cx="9534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SVA Property :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讀出時，讀取出的資料必須和存取在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內最前面的資料相同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E87DBA0-E29B-8C33-BA28-AB523917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5" y="5889449"/>
            <a:ext cx="11679280" cy="51442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7FC7C7E-FE8F-CFE1-335F-D574F471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54" y="3397834"/>
            <a:ext cx="7163800" cy="119079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343401E-0B66-E731-5C86-1608FB4FB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086" y="2434417"/>
            <a:ext cx="4143689" cy="29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2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082B-6E22-8D7A-CF69-801A9343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37884-11B0-88D7-FAA4-923AA4E6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A7B632-439C-E684-BE7D-361E3184B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864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E700-7C65-BEF6-54EE-D6124D9A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3AFB2-22F7-19CA-5705-0FED98C1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587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 Injection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B3B339D-CABF-74AC-F30F-0DD729F74440}"/>
              </a:ext>
            </a:extLst>
          </p:cNvPr>
          <p:cNvSpPr txBox="1"/>
          <p:nvPr/>
        </p:nvSpPr>
        <p:spPr>
          <a:xfrm>
            <a:off x="428624" y="1301751"/>
            <a:ext cx="1071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bug(s)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empty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時無法同時讀寫，並且可能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overflow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underflow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79350E6-84FA-EDA0-7E24-204627945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84671"/>
            <a:ext cx="4048690" cy="181000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968352A-3DB9-CB53-6CA3-20BDC1F3B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014413"/>
            <a:ext cx="4048690" cy="26864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3575C83-76F0-F4B2-5EB0-CAE518EA9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744" y="1984671"/>
            <a:ext cx="6716062" cy="56205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11960B0-AA77-A5AC-E634-BDAAE874E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8744" y="2757782"/>
            <a:ext cx="3553321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1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9011-4A11-33CB-43D8-7312A12C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119F4-C67B-7830-A481-59D0C68B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Re-Verification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AA2BF20-F98E-E062-60FF-EC3F28C4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589637"/>
            <a:ext cx="9593014" cy="91452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23C7F3-0D36-5267-18DF-EEAEE337D3A3}"/>
              </a:ext>
            </a:extLst>
          </p:cNvPr>
          <p:cNvSpPr txBox="1"/>
          <p:nvPr/>
        </p:nvSpPr>
        <p:spPr>
          <a:xfrm>
            <a:off x="600075" y="1132324"/>
            <a:ext cx="251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scoreboard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0532A0B-E362-2A3C-A278-9D158BCE0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84"/>
          <a:stretch>
            <a:fillRect/>
          </a:stretch>
        </p:blipFill>
        <p:spPr>
          <a:xfrm>
            <a:off x="295275" y="2951953"/>
            <a:ext cx="6344789" cy="184810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0901A35-48CC-BBE7-9264-056018C7E7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06"/>
          <a:stretch>
            <a:fillRect/>
          </a:stretch>
        </p:blipFill>
        <p:spPr>
          <a:xfrm>
            <a:off x="5213239" y="5018097"/>
            <a:ext cx="6978761" cy="177189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774BB8D7-BFAF-524F-C566-932B250FDB84}"/>
              </a:ext>
            </a:extLst>
          </p:cNvPr>
          <p:cNvSpPr txBox="1"/>
          <p:nvPr/>
        </p:nvSpPr>
        <p:spPr>
          <a:xfrm>
            <a:off x="7667625" y="3554282"/>
            <a:ext cx="268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箭號: 向左 16">
            <a:extLst>
              <a:ext uri="{FF2B5EF4-FFF2-40B4-BE49-F238E27FC236}">
                <a16:creationId xmlns:a16="http://schemas.microsoft.com/office/drawing/2014/main" id="{068B0FA7-7063-BB67-D467-AB9A130B0B69}"/>
              </a:ext>
            </a:extLst>
          </p:cNvPr>
          <p:cNvSpPr/>
          <p:nvPr/>
        </p:nvSpPr>
        <p:spPr>
          <a:xfrm>
            <a:off x="6915150" y="3675578"/>
            <a:ext cx="647700" cy="2190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4C1AF6C-077D-3DC5-169B-87A84EDB502D}"/>
              </a:ext>
            </a:extLst>
          </p:cNvPr>
          <p:cNvSpPr txBox="1"/>
          <p:nvPr/>
        </p:nvSpPr>
        <p:spPr>
          <a:xfrm>
            <a:off x="1381125" y="5784317"/>
            <a:ext cx="268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5A1E22E8-49A5-ACE0-1D8F-00B7EA0E5EC8}"/>
              </a:ext>
            </a:extLst>
          </p:cNvPr>
          <p:cNvSpPr/>
          <p:nvPr/>
        </p:nvSpPr>
        <p:spPr>
          <a:xfrm>
            <a:off x="3448050" y="5872275"/>
            <a:ext cx="723900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73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FC61C-2341-1A18-FEE2-A1CB5F29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1161861"/>
            <a:ext cx="8915400" cy="2724845"/>
          </a:xfrm>
        </p:spPr>
        <p:txBody>
          <a:bodyPr/>
          <a:lstStyle/>
          <a:p>
            <a:r>
              <a:rPr lang="en-US" altLang="zh-TW" dirty="0"/>
              <a:t>Thanks for attention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538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</TotalTime>
  <Words>249</Words>
  <Application>Microsoft Office PowerPoint</Application>
  <PresentationFormat>寬螢幕</PresentationFormat>
  <Paragraphs>67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佈景主題</vt:lpstr>
      <vt:lpstr>Project 1</vt:lpstr>
      <vt:lpstr>Outline</vt:lpstr>
      <vt:lpstr>Outline</vt:lpstr>
      <vt:lpstr>FIFO</vt:lpstr>
      <vt:lpstr>Outline</vt:lpstr>
      <vt:lpstr>Simulation Results</vt:lpstr>
      <vt:lpstr>Simulation Results (Only One Case)</vt:lpstr>
      <vt:lpstr>Outline</vt:lpstr>
      <vt:lpstr>Scoreboard3</vt:lpstr>
      <vt:lpstr>SVA</vt:lpstr>
      <vt:lpstr>SVA</vt:lpstr>
      <vt:lpstr>Outline</vt:lpstr>
      <vt:lpstr>Bugs Injection</vt:lpstr>
      <vt:lpstr>Re-Verification</vt:lpstr>
      <vt:lpstr>Thanks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胡家豪 HU,JIA-HAO</dc:creator>
  <cp:lastModifiedBy>吳家維 WU,JIA-WEI</cp:lastModifiedBy>
  <cp:revision>86</cp:revision>
  <dcterms:created xsi:type="dcterms:W3CDTF">2025-10-13T06:41:27Z</dcterms:created>
  <dcterms:modified xsi:type="dcterms:W3CDTF">2025-10-15T01:56:26Z</dcterms:modified>
</cp:coreProperties>
</file>